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 real child. A checkpoint that does not work. A three-tier plan.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Mosaic Variegated Aneuploidy (MVA). Cells lose and gain chromosomes.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Embryonal rhabdomyosarcoma. Severe growth failure. Nephrocalcinosis.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Team bigbag. Rare Disease, Real Kid: MVA Hackathon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cause. Confirmed.</a:t>
            </a:r>
          </a:p>
        </p:txBody>
      </p:sp>
      <p:pic>
        <p:nvPicPr>
          <p:cNvPr id="3" name="Picture 2" descr="fig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10881360" cy="42750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Track 1 score: 100.0 rank points. F-max 1.000. Full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constraint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No approved drug increases BubR1.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must not decrease checkpoint function more. The checkpoint already does not work.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map three target groups: the tumor, the stress, and the protein.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Mechanism. From genotype to drug.</a:t>
            </a:r>
          </a:p>
        </p:txBody>
      </p:sp>
      <p:pic>
        <p:nvPicPr>
          <p:cNvPr id="3" name="Picture 2" descr="fi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987552"/>
            <a:ext cx="10058400" cy="56681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A. Treat the signs that we see today.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Adavosertib plus irinotecan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Cole et al. https://doi.org/10.1002/cncr.34786. National Cancer Institute https://clinicaltrials.gov/study/NCT02095132.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Potassium citrate plus a thiazide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Weigert and Hoppe. https://doi.org/10.3389/fped.2018.00098. Safe in children. Protects bone.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Alisertib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Mossé et al. https://doi.org/10.1158/1078-0432.CCR-18-2675.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B. Decrease the stress.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Aneuploid cells increase mTOR.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These cells release inflammatory signals.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Everolimus decreases that signal.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Franz et al. https://doi.org/10.1371/journal.pone.0158476.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Honest claim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This drug decreases damage. This drug does not repair the checkpoint.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C. Restore the protein.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Mouse data (Baker et al.)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More BubR1 repairs the checkpoint. https://doi.org/10.1038/ncb2643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This child still makes weakened BubR1 from the missense allele.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 small increase in BubR1 level can restore checkpoint function.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Three routes. One goal.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AAV. SIRT2-axis. Peptide rescue. Zhang et al. https://doi.org/10.1038/s43587-023-00361-w.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Both alleles change the kinase domain. The scaffold stays.</a:t>
            </a:r>
          </a:p>
        </p:txBody>
      </p:sp>
      <p:pic>
        <p:nvPicPr>
          <p:cNvPr id="3" name="Picture 2" descr="fig_domai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57038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Rigor. Three independent methods agree.</a:t>
            </a:r>
          </a:p>
        </p:txBody>
      </p:sp>
      <p:pic>
        <p:nvPicPr>
          <p:cNvPr id="3" name="Picture 2" descr="fig_exomi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5445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Panel scan. Exomiser on the full genome (94 s, no panel). Clinical databases. All point to BUB1B.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Scale. A laptop runs the pipeline.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Open Targets https://platform.opentargets.org/target/ENSG00000156970. DGIdb https://www.dgidb.org/. ChEMBL https://www.ebi.ac.uk/chembl/explore/target/CHEMBL5491. everycure/matrix-scores https://huggingface.co/datasets/everycure/matrix-scores.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Full pipeline: about 6 hours and 1 USD of electricity. Genome-wide check: 94 seconds.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The method applies to other recessive chromosomal-instability disorders.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Code: https://github.com/bigbag/mva-hackathon-2026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Give standard symptom care now.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Use trial-controlled cancer options when needed.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Start a research program on BubR1 restoration.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This family shared the genome of their child. We give them a clear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Baker, Darren J., et al. "Increased Expression of BubR1 Protects against Aneuploidy and Cancer and Extends Healthy Lifespan." Nature Cell Biology, vol. 15, no. 1, 2013, pp. 96-102. https://doi.org/10.1038/ncb2643.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bigbag. "mva-hackathon-2026." GitHub, 2026, https://github.com/bigbag/mva-hackathon-2026.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ChEMBL. "Wee1-like Protein Kinase (CHEMBL5491)." ChEMBL, EMBL-EBI, https://www.ebi.ac.uk/chembl/explore/target/CHEMBL5491.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Cole, Kristina A., et al. "Pediatric Phase 2 Trial of a WEE1 Inhibitor, Adavosertib (AZD1775), and Irinotecan for Relapsed Neuroblastoma, Medulloblastoma, and Rhabdomyosarcoma." Cancer, vol. 129, no. 14, 2023, pp. 2245-55. https://doi.org/10.1002/cncr.34786.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DGIdb. The Drug Gene Interaction Database, Washington University School of Medicine, https://www.dgidb.org/.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everycure. "matrix-scores." Hugging Face, https://huggingface.co/datasets/everycure/matrix-scores.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Franz, David Neal, et al. "Long-Term Use of Everolimus in Patients with Tuberous Sclerosis Complex: Final Results from the EXIST-1 Study." PLOS ONE, vol. 11, no. 6, 2016, e0158476. https://doi.org/10.1371/journal.pone.0158476.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Mossé, Yaël P., et al. "A Phase II Study of Alisertib in Children with Recurrent/Refractory Solid Tumors or Leukemia: Children's Oncology Group Phase I and Pilot Consortium (ADVL0921)." Clinical Cancer Research, vol. 25, no. 11, 2019, pp. 3229-38. https://doi.org/10.1158/1078-0432.CCR-18-2675.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National Cancer Institute. "Adavosertib and Irinotecan Hydrochloride in Treating Younger Patients with Relapsed or Refractory Solid Tumors." ClinicalTrials.gov, NCT02095132, U.S. National Library of Medicine, https://clinicaltrials.gov/study/NCT02095132.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Open Targets Platform. "BUB1B (ENSG00000156970)." Open Targets, https://platform.opentargets.org/target/ENSG00000156970.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Sage Bionetworks. "mva-hackathon-2026-data." Hugging Face Datasets, 2026, https://huggingface.co/datasets/SageBio/mva-hackathon-2026-data.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———. "Rare Disease, Real Kid: MVA Hackathon 2026." Hugging Face Spaces, 2026, https://sagebio-rare-disease-real-kid-mva-hackathon-2026.hf.space/.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Weigert, Alexander, and Bernd Hoppe. "Nephrolithiasis and Nephrocalcinosis in Childhood—Risk Factor-Related Current and Future Treatment Options." Frontiers in Pediatrics, vol. 6, 2018, p. 98. https://doi.org/10.3389/fped.2018.00098.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Zhang, Na, et al. "Unique Progerin C-Terminal Peptide Ameliorates Hutchinson-Gilford Progeria Syndrome Phenotype by Rescuing BUBR1." Nature Aging, vol. 3, no. 2, 2023, pp. 185-201. https://doi.org/10.1038/s43587-023-00361-w.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Team bigbag. https://github.com/bigbag/mva-hackathon-2026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Hackathon: https://sagebio-rare-disease-real-kid-mva-hackathon-2026.hf.space/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Data: https://huggingface.co/datasets/SageBio/mva-hackathon-2026-data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Organizers: Sage Bionetworks, MVA Society, Hugging Face, BEACON. Sponsors: AWS and Anthropic.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Above all, the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