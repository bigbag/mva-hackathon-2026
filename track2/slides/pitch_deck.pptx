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A real kid. A broken checkpoint. A three-tier plan.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sz="2000"/>
              <a:t>Mosaic Variegated Aneuploidy (MVA) — chromosomes lost and gained cell by cell</a:t>
            </a:r>
          </a:p>
          <a:p>
            <a:pPr>
              <a:spcAft>
                <a:spcPts val="1400"/>
              </a:spcAft>
            </a:pPr>
            <a:r>
              <a:rPr sz="2000"/>
              <a:t>Embryonal rhabdomyosarcoma survivor · severe growth failure · nephrocalcinosis</a:t>
            </a:r>
          </a:p>
          <a:p>
            <a:pPr>
              <a:spcAft>
                <a:spcPts val="1400"/>
              </a:spcAft>
            </a:pPr>
            <a:r>
              <a:rPr sz="2000"/>
              <a:t>Team bigbag — Rare Disease, Real Kid: MVA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The cause — confirmed</a:t>
            </a:r>
          </a:p>
        </p:txBody>
      </p:sp>
      <p:pic>
        <p:nvPicPr>
          <p:cNvPr id="3" name="Picture 2" descr="fig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9966960" cy="33887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4623206"/>
            <a:ext cx="9966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/>
              <a:t>100.0 rank points / F-max 1.000 — full match, Track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The hard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sz="2000"/>
              <a:t>No approved drug raises BubR1.</a:t>
            </a:r>
          </a:p>
          <a:p>
            <a:pPr>
              <a:spcAft>
                <a:spcPts val="1400"/>
              </a:spcAft>
            </a:pPr>
            <a:r>
              <a:rPr sz="2000"/>
              <a:t>We cannot poison the checkpoint further — it is already broken.</a:t>
            </a:r>
          </a:p>
          <a:p>
            <a:pPr>
              <a:spcAft>
                <a:spcPts val="1400"/>
              </a:spcAft>
            </a:pPr>
            <a:r>
              <a:rPr sz="2000"/>
              <a:t>So we map three attack surfaces: the tumor, the stress, the protein.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Mechanism: genotype to drug</a:t>
            </a:r>
          </a:p>
        </p:txBody>
      </p:sp>
      <p:pic>
        <p:nvPicPr>
          <p:cNvPr id="3" name="Picture 2" descr="fig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9966960" cy="51828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Tier A — treat what we see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sz="2000"/>
              <a:t>Adavosertib + irinotecan — pediatric trial defines the dose (NCT02095132), RMS arm</a:t>
            </a:r>
          </a:p>
          <a:p>
            <a:pPr>
              <a:spcAft>
                <a:spcPts val="1400"/>
              </a:spcAft>
            </a:pPr>
            <a:r>
              <a:rPr sz="2000"/>
              <a:t>Potassium citrate + thiazide — standard, safe, bone-protective for nephrocalcinosis</a:t>
            </a:r>
          </a:p>
          <a:p>
            <a:pPr>
              <a:spcAft>
                <a:spcPts val="1400"/>
              </a:spcAft>
            </a:pPr>
            <a:r>
              <a:rPr sz="2000"/>
              <a:t>Alisertib as alternate mitotic driver (COG ADVL0921)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Tier B — buffer the stress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sz="2000"/>
              <a:t>Aneuploid cells turn on mTOR and pour out inflammatory signals</a:t>
            </a:r>
          </a:p>
          <a:p>
            <a:pPr>
              <a:spcAft>
                <a:spcPts val="1400"/>
              </a:spcAft>
            </a:pPr>
            <a:r>
              <a:rPr sz="2000"/>
              <a:t>Everolimus quiets that axis — deepest pediatric safety record (EXIST-1, transplant)</a:t>
            </a:r>
          </a:p>
          <a:p>
            <a:pPr>
              <a:spcAft>
                <a:spcPts val="1400"/>
              </a:spcAft>
            </a:pPr>
            <a:r>
              <a:rPr sz="2000"/>
              <a:t>Honest claim: lowers the fire, does not fix the checkpoint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Tier C — restore the protein (innovation)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sz="2000"/>
              <a:t>In mice, BubR1 overexpression repairs the checkpoint and extends lifespan (Baker 2013)</a:t>
            </a:r>
          </a:p>
          <a:p>
            <a:pPr>
              <a:spcAft>
                <a:spcPts val="1400"/>
              </a:spcAft>
            </a:pPr>
            <a:r>
              <a:rPr sz="2000"/>
              <a:t>This child still makes weakened BubR1 from his missense allele</a:t>
            </a:r>
          </a:p>
          <a:p>
            <a:pPr>
              <a:spcAft>
                <a:spcPts val="1400"/>
              </a:spcAft>
            </a:pPr>
            <a:r>
              <a:rPr sz="2000"/>
              <a:t>Three routes: AAV augmentation · SIRT2-axis stabilization · peptide rescue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Rigor: three independent methods agree</a:t>
            </a:r>
          </a:p>
        </p:txBody>
      </p:sp>
      <p:pic>
        <p:nvPicPr>
          <p:cNvPr id="3" name="Picture 2" descr="fig_exomi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9966960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6217920"/>
            <a:ext cx="9966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/>
              <a:t>Panel scan · Exomiser genome-wide (94 s, no panel) · clinical databases — all point to BUB1B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Scalability — a laptop runs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sz="2000"/>
              <a:t>Open Targets · DGIdb · ChEMBL · everycure/matrix-scores (39.5M pairs) — all public APIs</a:t>
            </a:r>
          </a:p>
          <a:p>
            <a:pPr>
              <a:spcAft>
                <a:spcPts val="1400"/>
              </a:spcAft>
            </a:pPr>
            <a:r>
              <a:rPr sz="2000"/>
              <a:t>Full pipeline: ~6 h + $1 of electricity; genome-wide check: 94 s</a:t>
            </a:r>
          </a:p>
          <a:p>
            <a:pPr>
              <a:spcAft>
                <a:spcPts val="1400"/>
              </a:spcAft>
            </a:pPr>
            <a:r>
              <a:rPr sz="2000"/>
              <a:t>Generalizes to any recessive chromosomal-instability disorder</a:t>
            </a:r>
          </a:p>
          <a:p>
            <a:pPr>
              <a:spcAft>
                <a:spcPts val="1400"/>
              </a:spcAft>
            </a:pPr>
            <a:r>
              <a:rPr sz="2000"/>
              <a:t>Code and evidence: github.com/bigbag/mva-hackathon-2026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sz="2000"/>
              <a:t>Standard symptom care now</a:t>
            </a:r>
          </a:p>
          <a:p>
            <a:pPr>
              <a:spcAft>
                <a:spcPts val="1400"/>
              </a:spcAft>
            </a:pPr>
            <a:r>
              <a:rPr sz="2000"/>
              <a:t>Trial-governed cancer options when needed</a:t>
            </a:r>
          </a:p>
          <a:p>
            <a:pPr>
              <a:spcAft>
                <a:spcPts val="1400"/>
              </a:spcAft>
            </a:pPr>
            <a:r>
              <a:rPr sz="2000"/>
              <a:t>A serious research push on BubR1 restoration</a:t>
            </a:r>
          </a:p>
          <a:p>
            <a:pPr>
              <a:spcAft>
                <a:spcPts val="1400"/>
              </a:spcAft>
            </a:pPr>
            <a:r>
              <a:rPr sz="2000"/>
              <a:t>This family shared their child's genome with the world — give them a path.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sz="2000"/>
              <a:t>Team bigbag · github.com/bigbag/mva-hackathon-2026</a:t>
            </a:r>
          </a:p>
          <a:p>
            <a:pPr>
              <a:spcAft>
                <a:spcPts val="1400"/>
              </a:spcAft>
            </a:pPr>
            <a:r>
              <a:rPr sz="2000"/>
              <a:t>Acknowledgement per hackathon rules: Sage Bionetworks · MVA Society · HF · BEACON · AWS · Anthropic — and the family.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