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real child. A checkpoint that does not work.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Mosaic Variegated Aneuploidy (MVA). Cells lose and gain chromosomes.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Embryonal rhabdomyosarcoma. Severe growth failure. Nephrocalcinosis.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Team bigbag. Rare Disease, Real Kid: MVA Hackathon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cause. Confirmed.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881360" cy="4275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Track 1 score: 100.0 rank points. F-max 1.000. Full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No approved drug increases BubR1.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must not decrease checkpoint function more. The checkpoint already does not work.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map three target groups: the tumor, the stress, and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Mechanism. From genotype to drug.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87552"/>
            <a:ext cx="10058400" cy="5668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A. Treat the signs that we see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Adavosertib plus irinotecan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pediatric trial sets the dose (NCT02095132). The trial has a rhabdomyosarcoma arm.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Potassium citrate plus a thiazide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Standard care for nephrocalcinosis. Safe in children. Protects bone.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Alisertib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Alternate mitotic drug. COG phase 2 trial ADVL0921.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B. Decrease the stress.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Aneuploid cells increase mTOR.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These cells release inflammatory signals.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Everolimus decreases that signal.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Pediatric safety data are large. EXIST-1. Transplant infants.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Honest claim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This drug decreases damage. This drug does not repair the checkpoint.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C. Restore the protein.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Mouse data (Baker 2013)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More BubR1 repairs the checkpoint. More BubR1 extends lifespan.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This child still makes weakened BubR1 from the missense allele.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small increase in BubR1 level can restore checkpoint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Three routes. One goal.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AAV gene augmentation. SIRT2-axis stabilization. Peptide rescue.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Both alleles change the kinase domain. The scaffold stays.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57038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Rigor. Three independent methods agree.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445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Panel scan. Exomiser on the full genome (94 s, no panel). Clinical databases. All point to BUB1B.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Scale. A laptop runs the pipeline.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Open Targets. DGIdb. ChEMBL. everycure/matrix-scores (39.5 million pairs). All public APIs.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Full pipeline: about 6 hours and 1 USD of electricity. Genome-wide check: 94 seconds.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The method applies to other recessive chromosomal-instability disorders.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Give standard symptom care now.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Use trial-controlled cancer options when needed.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Start a research program on BubR1 restoration.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This family shared the genome of their child. We give them a clear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Baker, Darren J., et al. Nature Cell Biology, vol. 15, no. 1, 2013, pp. 96-102. https://doi.org/10.1038/ncb2643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Franz, David Neal, et al. The Lancet, vol. 381, no. 9861, 2013, pp. 125-32. https://doi.org/10.1016/S0140-6736(12)61134-9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Franz, David Neal, et al. PLOS ONE, vol. 11, no. 6, 2016, e0158476. https://doi.org/10.1371/journal.pone.0158476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Hanks, Sandra, et al. Nature Genetics, vol. 36, no. 11, 2004, pp. 1159-61. https://doi.org/10.1038/ng1449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Malumbres, Marcos, and Carolina Villarroya-Beltri. Nature Reviews Genetics, vol. 25, 2024, pp. 864-78. https://doi.org/10.1038/s41576-024-00762-6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Mossé, Yaël P., et al. Clinical Cancer Research, vol. 25, no. 11, 2019, pp. 3229-38. https://doi.org/10.1158/1078-0432.CCR-18-2675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National Cancer Institute. NCT02095132. https://clinicaltrials.gov/study/NCT02095132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Rare Disease, Real Kid: MVA Hackathon 2026. https://sagebio-rare-disease-real-kid-mva-hackathon-2026.hf.space/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mva-hackathon-2026-data. https://huggingface.co/datasets/SageBio/mva-hackathon-2026-data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Weigert, Alexander, and Bernd Hoppe. Frontiers in Pediatrics, vol. 6, 2018, article 98. https://doi.org/10.3389/fped.2018.00098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Yost, Shawn, et al. Nature Genetics, vol. 49, no. 7, 2017, pp. 1148-51. https://doi.org/10.1038/ng.3883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Zhang, Na, et al. Nature Aging, vol. 3, 2023, pp. 185-201. https://doi.org/10.1038/s43587-023-00361-w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Villarroya-Beltri, Carolina, et al. Science Advances, vol. 8, no. 44, 2022, eabq5914. https://doi.org/10.1126/sciadv.abq5914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Cole, Kristina A., et al. Cancer, vol. 129, no. 14, 2023, pp. 2245-55. https://doi.org/10.1002/cncr.34786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Open Targets. BUB1B ENSG00000156970. https://platform.opentargets.org/target/ENSG00000156970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ClinVar. VCV000533901. https://www.ncbi.nlm.nih.gov/clinvar/variation/533901/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bigbag. mva-hackathon-2026. GitHub. https://github.com/bigbag/mva-hackathon-2026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Team bigbag. https://github.com/bigbag/mva-hackathon-2026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Hackathon: https://sagebio-rare-disease-real-kid-mva-hackathon-2026.hf.space/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Data: https://huggingface.co/datasets/SageBio/mva-hackathon-2026-data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Organizers: Sage Bionetworks, MVA Society, Hugging Face, BEACON. Sponsors: AWS and Anthropic.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Above all,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