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A real child. A checkpoint that does not work. A three-tier plan.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Mosaic Variegated Aneuploidy (MVA). Cells lose and gain chromosomes.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Embryonal rhabdomyosarcoma. Severe growth failure. Nephrocalcinosis.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Team bigbag. Rare Disease, Real Kid: MVA Hackathon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cause. Confirmed.</a:t>
            </a:r>
          </a:p>
        </p:txBody>
      </p:sp>
      <p:pic>
        <p:nvPicPr>
          <p:cNvPr id="3" name="Picture 2" descr="fig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10881360" cy="42750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B5563"/>
                </a:solidFill>
                <a:latin typeface="Calibri"/>
              </a:rPr>
              <a:t>Track 1 score: 100.0 rank points. F-max 1.000. Full match.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constraint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No approved drug increases BubR1.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We must not decrease checkpoint function more. The checkpoint already does not work.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We map three target groups: the tumor, the stress, and the protein.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Mechanism. From genotype to drug.</a:t>
            </a:r>
          </a:p>
        </p:txBody>
      </p:sp>
      <p:pic>
        <p:nvPicPr>
          <p:cNvPr id="3" name="Picture 2" descr="fig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987552"/>
            <a:ext cx="10058400" cy="56681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A. Treat the signs that we see today.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Adavosertib plus irinotecan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 pediatric trial sets the dose. NCT02095132. https://clinicaltrials.gov/study/NCT02095132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Potassium citrate plus a thiazide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Standard care for nephrocalcinosis. Weigert and Hoppe. https://pubmed.ncbi.nlm.nih.gov/29707529/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6534"/>
                </a:solidFill>
                <a:latin typeface="Calibri"/>
              </a:rPr>
              <a:t>Alisertib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Alternate mitotic drug. COG ADVL0921. https://pubmed.ncbi.nlm.nih.gov/30777875/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B. Decrease the stress.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Aneuploid cells increase mTOR.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These cells release inflammatory signals.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Everolimus decreases that signal.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Pediatric safety data are large. EXIST-1 long-term. https://pubmed.ncbi.nlm.nih.gov/27351628/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D4E89"/>
                </a:solidFill>
                <a:latin typeface="Calibri"/>
              </a:rPr>
              <a:t>Honest claim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This drug decreases damage. This drug does not repair the checkpoint.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Tier C. Restore the protein.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Mouse data (Baker 2013)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More BubR1 repairs the checkpoint. https://pubmed.ncbi.nlm.nih.gov/23242215/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0604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This child still makes weakened BubR1 from the missense allele.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 small increase in BubR1 level can restore checkpoint function.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0881360" cy="1234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9A34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9A3412"/>
                </a:solidFill>
                <a:latin typeface="Calibri"/>
              </a:rPr>
              <a:t>Three routes. One goal.</a:t>
            </a:r>
          </a:p>
          <a:p>
            <a:r>
              <a:rPr sz="1600" b="0">
                <a:solidFill>
                  <a:srgbClr val="1A1A1A"/>
                </a:solidFill>
                <a:latin typeface="Calibri"/>
              </a:rPr>
              <a:t>AAV gene augmentation. SIRT2-axis stabilization. Peptide rescue.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Both alleles change the kinase domain. The scaffold stays.</a:t>
            </a:r>
          </a:p>
        </p:txBody>
      </p:sp>
      <p:pic>
        <p:nvPicPr>
          <p:cNvPr id="3" name="Picture 2" descr="fig_domain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57038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Rigor. Three independent methods agree.</a:t>
            </a:r>
          </a:p>
        </p:txBody>
      </p:sp>
      <p:pic>
        <p:nvPicPr>
          <p:cNvPr id="3" name="Picture 2" descr="fig_exomi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881360" cy="5445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B5563"/>
                </a:solidFill>
                <a:latin typeface="Calibri"/>
              </a:rPr>
              <a:t>Panel scan. Exomiser on the full genome (94 s, no panel). Clinical databases. All point to BUB1B.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Scale. A laptop runs the pipeline.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Open Targets. DGIdb. ChEMBL. everycure/matrix-scores (39.5 million pairs). All public APIs.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Full pipeline: about 6 hours and 1 USD of electricity. Genome-wide check: 94 seconds.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The method applies to other recessive chromosomal-instability disorders.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Code and evidence: github.com/bigbag/mva-hackathon-2026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Give standard symptom care now.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Use trial-controlled cancer options when needed.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Start a research program on BubR1 restoration.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1A1A1A"/>
                </a:solidFill>
                <a:latin typeface="Calibri"/>
              </a:rPr>
              <a:t>This family shared the genome of their child. We give them a clear plan.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Works Cited (MLA)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Baker et al. Nat Cell Biol 2013. https://doi.org/10.1038/ncb2643  https://pubmed.ncbi.nlm.nih.gov/23242215/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Franz et al. Lancet 2013 EXIST-1. https://doi.org/10.1016/S0140-6736(12)61134-9  https://pubmed.ncbi.nlm.nih.gov/23158522/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Franz et al. PLOS ONE 2016 EXIST-1 long-term. https://doi.org/10.1371/journal.pone.0158476  https://pubmed.ncbi.nlm.nih.gov/27351628/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Hanks et al. Nat Genet 2004. https://doi.org/10.1038/ng1449  https://pubmed.ncbi.nlm.nih.gov/15475955/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Malumbres and Villarroya-Beltri. Nat Rev Genet 2024. https://doi.org/10.1038/s41576-024-00762-6  https://pubmed.ncbi.nlm.nih.gov/39169218/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Mossé et al. Clin Cancer Res 2019 ADVL0921. https://doi.org/10.1158/1078-0432.CCR-18-2675  https://pubmed.ncbi.nlm.nih.gov/30777875/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National Cancer Institute. NCT02095132. https://clinicaltrials.gov/study/NCT02095132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Sage Bionetworks. Hackathon. https://sagebio-rare-disease-real-kid-mva-hackathon-2026.hf.space/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Sage Bionetworks. Data. https://huggingface.co/datasets/SageBio/mva-hackathon-2026-data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Works Cited (MLA),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Weigert and Hoppe. Front Pediatr 2018. https://doi.org/10.3389/fped.2018.00098  https://pubmed.ncbi.nlm.nih.gov/29707529/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Yost et al. Nat Genet 2017. https://doi.org/10.1038/ng.3883  https://pubmed.ncbi.nlm.nih.gov/28553959/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Zhang et al. Nat Aging 2023. https://doi.org/10.1038/s43587-023-00361-w  https://pubmed.ncbi.nlm.nih.gov/37118121/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Villarroya-Beltri et al. Sci Adv 2022. https://doi.org/10.1126/sciadv.abq5914  https://pubmed.ncbi.nlm.nih.gov/36322655/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Cole et al. Cancer 2023. https://doi.org/10.1002/cncr.34786  https://pubmed.ncbi.nlm.nih.gov/37081608/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Open Targets. BUB1B. https://platform.opentargets.org/target/ENSG00000156970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ClinVar. VCV000533901. https://www.ncbi.nlm.nih.gov/clinvar/variation/533901/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bigbag. Code. https://github.com/bigbag/mva-hackathon-2026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Team bigbag. https://github.com/bigbag/mva-hackathon-2026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Hackathon: https://sagebio-rare-disease-real-kid-mva-hackathon-2026.hf.space/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Data: https://huggingface.co/datasets/SageBio/mva-hackathon-2026-data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Organizers: Sage Bionetworks, MVA Society, Hugging Face, BEACON. Sponsors: AWS and Anthropic.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Above all, the family.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